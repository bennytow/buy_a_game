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BB2079-E908-6032-0269-3D69DF5F56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41697C2-0B9A-D64C-B8E8-FCDA7CFA62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D1BA61-D101-6D6D-E858-F6DD8058E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D4E71-6BCC-4AA7-BCC6-7009F7AC487B}" type="datetimeFigureOut">
              <a:rPr lang="es-CO" smtClean="0"/>
              <a:t>9/11/2025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0E882B5-4153-125A-2456-A470321F8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8B776B-4E18-7E4E-D031-58BC423C7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33CCE-B77A-461E-A1AC-1D2785DA05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78041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BACF28-C5DE-AA5B-BE2F-CB6F7712B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0D595D-17D3-0BD7-2E82-5B3E00F58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B756B2-1F1A-F864-06F1-1CC4CA2D7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D4E71-6BCC-4AA7-BCC6-7009F7AC487B}" type="datetimeFigureOut">
              <a:rPr lang="es-CO" smtClean="0"/>
              <a:t>9/11/2025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FBCA0D-5F47-19C9-9682-CEE3F6286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FD6207-15D2-C363-A97D-F4CEA6D8D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33CCE-B77A-461E-A1AC-1D2785DA05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28787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4C7DF2-880F-D8EC-1BA2-361BBB736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E410FC3-1383-3370-51AA-E8169B2FF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800BFF-7C90-60DE-55B9-118695ABE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D4E71-6BCC-4AA7-BCC6-7009F7AC487B}" type="datetimeFigureOut">
              <a:rPr lang="es-CO" smtClean="0"/>
              <a:t>9/11/2025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4C3E38-1B09-846B-FEBD-4E80944C1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ED71D5-83E5-14FC-6B2E-D0CCBA731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33CCE-B77A-461E-A1AC-1D2785DA05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67972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27A10A-73C0-ADEB-B601-9FDD31693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0CE479-5F2C-5BAC-1946-8327ED7EC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2328F4-81B0-391A-ED3D-E54E2FD6FA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D4E4E8B-55A2-E881-949E-1C634A8D3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D4E71-6BCC-4AA7-BCC6-7009F7AC487B}" type="datetimeFigureOut">
              <a:rPr lang="es-CO" smtClean="0"/>
              <a:t>9/11/2025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D135BB7-3AB4-7997-FCE2-1B35A0E3D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68A21D4-81AA-2787-577C-02D4F94E1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33CCE-B77A-461E-A1AC-1D2785DA05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04762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52FC2B-C990-AA3B-84C9-B2FF5F8CC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5BD6F0-07DD-896B-D789-20F0A1023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BF68080-34A2-C7C6-D3E4-38055D95A9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738D2B3-FFF4-5805-977E-E94D065750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CC8B5DC-14A6-904D-2FF7-8134EE4C79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82EDAC5-604C-51FF-A162-6BAC8D2B2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D4E71-6BCC-4AA7-BCC6-7009F7AC487B}" type="datetimeFigureOut">
              <a:rPr lang="es-CO" smtClean="0"/>
              <a:t>9/11/2025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F8F243-1690-B1B4-D786-250BC9F9C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2CBC7D-C92A-9244-9082-F1AE97B97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33CCE-B77A-461E-A1AC-1D2785DA05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80587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FB9C1D-D4E8-A0BF-D493-9735426EF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91F7DA6-4BB6-1FDE-D2BE-7D30E9BE4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D4E71-6BCC-4AA7-BCC6-7009F7AC487B}" type="datetimeFigureOut">
              <a:rPr lang="es-CO" smtClean="0"/>
              <a:t>9/11/2025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EFD7C60-4927-D5C2-F599-41FE9F22D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6E779B0-A360-4A87-A2B4-46D2276E7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33CCE-B77A-461E-A1AC-1D2785DA05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26872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0819401-21C5-414B-435D-599BC7433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D4E71-6BCC-4AA7-BCC6-7009F7AC487B}" type="datetimeFigureOut">
              <a:rPr lang="es-CO" smtClean="0"/>
              <a:t>9/11/2025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429D575-EFF4-99ED-D37E-60AE3D49D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8EF6D87-211D-7050-9892-DEFD5DD3D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33CCE-B77A-461E-A1AC-1D2785DA05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43623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F8CD52-AA73-3D82-345A-CD7DF2C9B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C36D47-C30D-FCC5-27F8-81E19BB7D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B612C29-F5B6-9474-C24E-229725B76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AA70D58-C690-1921-58F3-9966C3321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D4E71-6BCC-4AA7-BCC6-7009F7AC487B}" type="datetimeFigureOut">
              <a:rPr lang="es-CO" smtClean="0"/>
              <a:t>9/11/2025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D6F186-0A0A-1DF0-9EFC-9EA8AEAC5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6129F08-0FBB-E3B9-BDC1-8643FCEBF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33CCE-B77A-461E-A1AC-1D2785DA05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91149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B8F820-C90C-C046-8217-6F5D9FD25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8922CDC-2028-3783-90E5-DC79ED0A85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E07D070-7352-3F1C-F9F8-98238254AC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2EB5EFE-B32C-E3D4-5205-5A1CB4037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D4E71-6BCC-4AA7-BCC6-7009F7AC487B}" type="datetimeFigureOut">
              <a:rPr lang="es-CO" smtClean="0"/>
              <a:t>9/11/2025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4321B0C-52EA-AAFD-1C0C-2DA1C92A2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26EBA0B-659A-18DC-32E0-0595C61B0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33CCE-B77A-461E-A1AC-1D2785DA05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97833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B52332-9A3B-897C-B177-D2A815B49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38E733D-48F5-E4FB-1E75-8D09DA3F7D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B2EA98-890D-2130-DAFE-78068DD97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D4E71-6BCC-4AA7-BCC6-7009F7AC487B}" type="datetimeFigureOut">
              <a:rPr lang="es-CO" smtClean="0"/>
              <a:t>9/11/2025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5EE76D-7D83-721E-BEF7-C981ADF2C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91F677-D7F6-36D6-B87C-1EA9C5C9C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33CCE-B77A-461E-A1AC-1D2785DA05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62614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38A249E-4786-A28A-2F7A-9CED8EA170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5C0B44-F1CD-73C6-4B0F-46CD97A5A8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E6F093-C8E5-F045-1586-B53E5D36E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D4E71-6BCC-4AA7-BCC6-7009F7AC487B}" type="datetimeFigureOut">
              <a:rPr lang="es-CO" smtClean="0"/>
              <a:t>9/11/2025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58992D-C006-26ED-8614-917077475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711853-F8EB-C674-9BCD-2F31DB9CE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33CCE-B77A-461E-A1AC-1D2785DA05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28061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A06A729-3102-61D4-0209-9D68EA0B9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E68A9C-FD9F-00A1-DFB4-F36AEC6A7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7A168F-D871-5872-795F-80B7048A5C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5D4E71-6BCC-4AA7-BCC6-7009F7AC487B}" type="datetimeFigureOut">
              <a:rPr lang="es-CO" smtClean="0"/>
              <a:t>9/11/2025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48BB9F-D666-3F88-63B4-650D212502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8A5CF3-B9B2-E271-B1C1-A3442E8AD2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133CCE-B77A-461E-A1AC-1D2785DA05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39398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099DAFE7-182F-ABBC-AA05-F3E69758342D}"/>
              </a:ext>
            </a:extLst>
          </p:cNvPr>
          <p:cNvSpPr/>
          <p:nvPr/>
        </p:nvSpPr>
        <p:spPr>
          <a:xfrm>
            <a:off x="4626864" y="1243584"/>
            <a:ext cx="2699766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6EF6415-264A-4FA0-771B-4525518AF297}"/>
              </a:ext>
            </a:extLst>
          </p:cNvPr>
          <p:cNvSpPr txBox="1"/>
          <p:nvPr/>
        </p:nvSpPr>
        <p:spPr>
          <a:xfrm>
            <a:off x="4626864" y="1261761"/>
            <a:ext cx="2695194" cy="369332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Carga de librerías </a:t>
            </a:r>
            <a:endParaRPr lang="es-CO" dirty="0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FD1652A1-A101-E71B-2AD4-F3F8379DE1F5}"/>
              </a:ext>
            </a:extLst>
          </p:cNvPr>
          <p:cNvSpPr/>
          <p:nvPr/>
        </p:nvSpPr>
        <p:spPr>
          <a:xfrm>
            <a:off x="5185791" y="246888"/>
            <a:ext cx="1492758" cy="731520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F7ABBB5-8DAA-2F26-E855-02EC86583149}"/>
              </a:ext>
            </a:extLst>
          </p:cNvPr>
          <p:cNvSpPr txBox="1"/>
          <p:nvPr/>
        </p:nvSpPr>
        <p:spPr>
          <a:xfrm>
            <a:off x="4222242" y="398764"/>
            <a:ext cx="3419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 inicio</a:t>
            </a:r>
            <a:endParaRPr lang="es-CO" dirty="0"/>
          </a:p>
        </p:txBody>
      </p:sp>
      <p:sp>
        <p:nvSpPr>
          <p:cNvPr id="21" name="Diagrama de flujo: cinta perforada 20">
            <a:extLst>
              <a:ext uri="{FF2B5EF4-FFF2-40B4-BE49-F238E27FC236}">
                <a16:creationId xmlns:a16="http://schemas.microsoft.com/office/drawing/2014/main" id="{9CEC100E-3784-1F02-394D-033BFAA8ECE0}"/>
              </a:ext>
            </a:extLst>
          </p:cNvPr>
          <p:cNvSpPr/>
          <p:nvPr/>
        </p:nvSpPr>
        <p:spPr>
          <a:xfrm>
            <a:off x="1037844" y="1743155"/>
            <a:ext cx="2153412" cy="1042416"/>
          </a:xfrm>
          <a:prstGeom prst="flowChartPunchedTap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4527CC0-84B9-DED3-E776-3CAC9FC30474}"/>
              </a:ext>
            </a:extLst>
          </p:cNvPr>
          <p:cNvSpPr txBox="1"/>
          <p:nvPr/>
        </p:nvSpPr>
        <p:spPr>
          <a:xfrm>
            <a:off x="841248" y="1941197"/>
            <a:ext cx="2240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solidFill>
                  <a:schemeClr val="bg1"/>
                </a:solidFill>
              </a:rPr>
              <a:t>Configura interfaz principal (</a:t>
            </a:r>
            <a:r>
              <a:rPr lang="es-MX" dirty="0" err="1">
                <a:solidFill>
                  <a:schemeClr val="bg1"/>
                </a:solidFill>
              </a:rPr>
              <a:t>root</a:t>
            </a:r>
            <a:r>
              <a:rPr lang="es-MX" dirty="0">
                <a:solidFill>
                  <a:schemeClr val="bg1"/>
                </a:solidFill>
              </a:rPr>
              <a:t>)</a:t>
            </a:r>
            <a:endParaRPr lang="es-CO" dirty="0">
              <a:solidFill>
                <a:schemeClr val="bg1"/>
              </a:solidFill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6952EB63-6F53-E295-E8ED-C27FBA65DAE6}"/>
              </a:ext>
            </a:extLst>
          </p:cNvPr>
          <p:cNvSpPr txBox="1"/>
          <p:nvPr/>
        </p:nvSpPr>
        <p:spPr>
          <a:xfrm>
            <a:off x="766953" y="3182112"/>
            <a:ext cx="2695194" cy="64633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Carga los datos del dataset </a:t>
            </a:r>
            <a:endParaRPr lang="es-CO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30580370-7CF2-25F7-97AD-416136047B17}"/>
              </a:ext>
            </a:extLst>
          </p:cNvPr>
          <p:cNvSpPr txBox="1"/>
          <p:nvPr/>
        </p:nvSpPr>
        <p:spPr>
          <a:xfrm>
            <a:off x="841248" y="4325877"/>
            <a:ext cx="2695194" cy="64633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Crea los botones principales :</a:t>
            </a:r>
            <a:endParaRPr lang="es-CO" dirty="0"/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8C9ABC57-48EE-C719-6B53-369E7ABC0EBC}"/>
              </a:ext>
            </a:extLst>
          </p:cNvPr>
          <p:cNvCxnSpPr>
            <a:cxnSpLocks/>
          </p:cNvCxnSpPr>
          <p:nvPr/>
        </p:nvCxnSpPr>
        <p:spPr>
          <a:xfrm flipH="1">
            <a:off x="3998975" y="2401523"/>
            <a:ext cx="115825" cy="2247519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00695E10-3AF1-D8E0-F3F1-B726EB1F1901}"/>
              </a:ext>
            </a:extLst>
          </p:cNvPr>
          <p:cNvCxnSpPr>
            <a:cxnSpLocks/>
            <a:endCxn id="26" idx="3"/>
          </p:cNvCxnSpPr>
          <p:nvPr/>
        </p:nvCxnSpPr>
        <p:spPr>
          <a:xfrm flipH="1">
            <a:off x="3536442" y="4649043"/>
            <a:ext cx="475487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9D136908-32F1-5AA8-8143-E7B4F0EE7B0E}"/>
              </a:ext>
            </a:extLst>
          </p:cNvPr>
          <p:cNvSpPr txBox="1"/>
          <p:nvPr/>
        </p:nvSpPr>
        <p:spPr>
          <a:xfrm>
            <a:off x="4507992" y="3717830"/>
            <a:ext cx="2695194" cy="369332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Mostrar ventas globales</a:t>
            </a:r>
            <a:endParaRPr lang="es-CO" dirty="0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436E30FC-58CE-4193-3A29-A00E1BDA3701}"/>
              </a:ext>
            </a:extLst>
          </p:cNvPr>
          <p:cNvSpPr txBox="1"/>
          <p:nvPr/>
        </p:nvSpPr>
        <p:spPr>
          <a:xfrm>
            <a:off x="4507992" y="2931858"/>
            <a:ext cx="2695194" cy="369332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Ventas globales</a:t>
            </a:r>
            <a:endParaRPr lang="es-CO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3A66D7DA-D674-10E0-6AE1-5CF7B236CE3A}"/>
              </a:ext>
            </a:extLst>
          </p:cNvPr>
          <p:cNvSpPr txBox="1"/>
          <p:nvPr/>
        </p:nvSpPr>
        <p:spPr>
          <a:xfrm>
            <a:off x="4507992" y="2185940"/>
            <a:ext cx="2695194" cy="369332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Llama a filtrar tabla()</a:t>
            </a:r>
            <a:endParaRPr lang="es-CO" dirty="0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479F1153-F336-71EF-4FD2-0E05E3F6FCF3}"/>
              </a:ext>
            </a:extLst>
          </p:cNvPr>
          <p:cNvSpPr txBox="1"/>
          <p:nvPr/>
        </p:nvSpPr>
        <p:spPr>
          <a:xfrm>
            <a:off x="4584573" y="4495474"/>
            <a:ext cx="2695194" cy="64633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Llama a mostrar ventas totales</a:t>
            </a:r>
            <a:endParaRPr lang="es-CO" dirty="0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E08992B1-71CC-0034-012F-3C858A0FA015}"/>
              </a:ext>
            </a:extLst>
          </p:cNvPr>
          <p:cNvSpPr txBox="1"/>
          <p:nvPr/>
        </p:nvSpPr>
        <p:spPr>
          <a:xfrm>
            <a:off x="4626864" y="5365451"/>
            <a:ext cx="2695194" cy="369332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Predecir juego </a:t>
            </a:r>
            <a:endParaRPr lang="es-CO" dirty="0"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DB488DD6-E801-CC7A-759F-E7A4393418A0}"/>
              </a:ext>
            </a:extLst>
          </p:cNvPr>
          <p:cNvSpPr txBox="1"/>
          <p:nvPr/>
        </p:nvSpPr>
        <p:spPr>
          <a:xfrm>
            <a:off x="4626864" y="5989320"/>
            <a:ext cx="2695194" cy="369332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Llamar a predecir tilín() </a:t>
            </a:r>
            <a:endParaRPr lang="es-CO" dirty="0"/>
          </a:p>
        </p:txBody>
      </p: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F42D74FD-FD99-0931-B558-E23786968ECD}"/>
              </a:ext>
            </a:extLst>
          </p:cNvPr>
          <p:cNvCxnSpPr>
            <a:cxnSpLocks/>
            <a:endCxn id="57" idx="3"/>
          </p:cNvCxnSpPr>
          <p:nvPr/>
        </p:nvCxnSpPr>
        <p:spPr>
          <a:xfrm flipH="1">
            <a:off x="7322058" y="6173986"/>
            <a:ext cx="530353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3" name="Diagrama de flujo: cinta perforada 62">
            <a:extLst>
              <a:ext uri="{FF2B5EF4-FFF2-40B4-BE49-F238E27FC236}">
                <a16:creationId xmlns:a16="http://schemas.microsoft.com/office/drawing/2014/main" id="{34123F3E-D185-49F7-585B-1B4E14A6C90D}"/>
              </a:ext>
            </a:extLst>
          </p:cNvPr>
          <p:cNvSpPr/>
          <p:nvPr/>
        </p:nvSpPr>
        <p:spPr>
          <a:xfrm>
            <a:off x="7860029" y="4855464"/>
            <a:ext cx="2153412" cy="1042416"/>
          </a:xfrm>
          <a:prstGeom prst="flowChartPunchedTap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E7385979-F3D0-D7FE-3777-B1C7A439AB5D}"/>
              </a:ext>
            </a:extLst>
          </p:cNvPr>
          <p:cNvSpPr txBox="1"/>
          <p:nvPr/>
        </p:nvSpPr>
        <p:spPr>
          <a:xfrm>
            <a:off x="7749540" y="4984888"/>
            <a:ext cx="2240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solidFill>
                  <a:schemeClr val="bg1"/>
                </a:solidFill>
              </a:rPr>
              <a:t>Ejecuta el efecto visual </a:t>
            </a:r>
            <a:r>
              <a:rPr lang="es-MX" dirty="0" err="1">
                <a:solidFill>
                  <a:schemeClr val="bg1"/>
                </a:solidFill>
              </a:rPr>
              <a:t>fade</a:t>
            </a:r>
            <a:r>
              <a:rPr lang="es-MX" dirty="0">
                <a:solidFill>
                  <a:schemeClr val="bg1"/>
                </a:solidFill>
              </a:rPr>
              <a:t> in(</a:t>
            </a:r>
            <a:r>
              <a:rPr lang="es-MX" dirty="0" err="1">
                <a:solidFill>
                  <a:schemeClr val="bg1"/>
                </a:solidFill>
              </a:rPr>
              <a:t>rool</a:t>
            </a:r>
            <a:r>
              <a:rPr lang="es-MX" dirty="0">
                <a:solidFill>
                  <a:schemeClr val="bg1"/>
                </a:solidFill>
              </a:rPr>
              <a:t>)</a:t>
            </a:r>
            <a:endParaRPr lang="es-CO" dirty="0">
              <a:solidFill>
                <a:schemeClr val="bg1"/>
              </a:solidFill>
            </a:endParaRPr>
          </a:p>
        </p:txBody>
      </p:sp>
      <p:sp>
        <p:nvSpPr>
          <p:cNvPr id="67" name="Elipse 66">
            <a:extLst>
              <a:ext uri="{FF2B5EF4-FFF2-40B4-BE49-F238E27FC236}">
                <a16:creationId xmlns:a16="http://schemas.microsoft.com/office/drawing/2014/main" id="{C2C86D90-89AF-E9B8-3CEC-445D5C3C9FE1}"/>
              </a:ext>
            </a:extLst>
          </p:cNvPr>
          <p:cNvSpPr/>
          <p:nvPr/>
        </p:nvSpPr>
        <p:spPr>
          <a:xfrm>
            <a:off x="8013572" y="2273248"/>
            <a:ext cx="1492758" cy="731520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C8C26E2A-0AE5-A690-0FB8-C58225AADAD8}"/>
              </a:ext>
            </a:extLst>
          </p:cNvPr>
          <p:cNvSpPr txBox="1"/>
          <p:nvPr/>
        </p:nvSpPr>
        <p:spPr>
          <a:xfrm>
            <a:off x="7522083" y="3379029"/>
            <a:ext cx="2695194" cy="1200329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Root.mainloop() mantiene app activa hasta que el usuario pida lo contrario </a:t>
            </a:r>
            <a:endParaRPr lang="es-CO" dirty="0"/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546344E4-CD42-1CB8-FC77-FB57EE27655F}"/>
              </a:ext>
            </a:extLst>
          </p:cNvPr>
          <p:cNvSpPr txBox="1"/>
          <p:nvPr/>
        </p:nvSpPr>
        <p:spPr>
          <a:xfrm>
            <a:off x="7050023" y="2454342"/>
            <a:ext cx="3419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 fin </a:t>
            </a:r>
            <a:endParaRPr lang="es-CO" dirty="0"/>
          </a:p>
        </p:txBody>
      </p:sp>
      <p:cxnSp>
        <p:nvCxnSpPr>
          <p:cNvPr id="74" name="Conector recto de flecha 73">
            <a:extLst>
              <a:ext uri="{FF2B5EF4-FFF2-40B4-BE49-F238E27FC236}">
                <a16:creationId xmlns:a16="http://schemas.microsoft.com/office/drawing/2014/main" id="{F9F615DD-59CB-1453-050D-A75C7E232629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3191256" y="1446427"/>
            <a:ext cx="1435608" cy="4051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75" name="Conector recto de flecha 74">
            <a:extLst>
              <a:ext uri="{FF2B5EF4-FFF2-40B4-BE49-F238E27FC236}">
                <a16:creationId xmlns:a16="http://schemas.microsoft.com/office/drawing/2014/main" id="{228DCB9E-E4AB-E1A7-5076-A43CC824C5C7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2041398" y="2742264"/>
            <a:ext cx="73152" cy="4398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77" name="Conector recto de flecha 76">
            <a:extLst>
              <a:ext uri="{FF2B5EF4-FFF2-40B4-BE49-F238E27FC236}">
                <a16:creationId xmlns:a16="http://schemas.microsoft.com/office/drawing/2014/main" id="{5BBCC647-B435-25E2-0F33-A4813ED17047}"/>
              </a:ext>
            </a:extLst>
          </p:cNvPr>
          <p:cNvCxnSpPr>
            <a:cxnSpLocks/>
            <a:stCxn id="25" idx="2"/>
            <a:endCxn id="26" idx="0"/>
          </p:cNvCxnSpPr>
          <p:nvPr/>
        </p:nvCxnSpPr>
        <p:spPr>
          <a:xfrm>
            <a:off x="2114550" y="3828443"/>
            <a:ext cx="74295" cy="4974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80" name="Conector recto de flecha 79">
            <a:extLst>
              <a:ext uri="{FF2B5EF4-FFF2-40B4-BE49-F238E27FC236}">
                <a16:creationId xmlns:a16="http://schemas.microsoft.com/office/drawing/2014/main" id="{5C4422A2-3758-8B43-4079-50E2BA66FFAD}"/>
              </a:ext>
            </a:extLst>
          </p:cNvPr>
          <p:cNvCxnSpPr>
            <a:cxnSpLocks/>
            <a:endCxn id="40" idx="1"/>
          </p:cNvCxnSpPr>
          <p:nvPr/>
        </p:nvCxnSpPr>
        <p:spPr>
          <a:xfrm flipV="1">
            <a:off x="4114800" y="2370606"/>
            <a:ext cx="393192" cy="309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83" name="Conector recto de flecha 82">
            <a:extLst>
              <a:ext uri="{FF2B5EF4-FFF2-40B4-BE49-F238E27FC236}">
                <a16:creationId xmlns:a16="http://schemas.microsoft.com/office/drawing/2014/main" id="{0D566F2E-4B2F-FD93-89E2-817B25006269}"/>
              </a:ext>
            </a:extLst>
          </p:cNvPr>
          <p:cNvCxnSpPr>
            <a:cxnSpLocks/>
            <a:stCxn id="40" idx="2"/>
            <a:endCxn id="39" idx="0"/>
          </p:cNvCxnSpPr>
          <p:nvPr/>
        </p:nvCxnSpPr>
        <p:spPr>
          <a:xfrm>
            <a:off x="5855589" y="2555272"/>
            <a:ext cx="0" cy="376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85" name="Conector recto de flecha 84">
            <a:extLst>
              <a:ext uri="{FF2B5EF4-FFF2-40B4-BE49-F238E27FC236}">
                <a16:creationId xmlns:a16="http://schemas.microsoft.com/office/drawing/2014/main" id="{C8D0ACF2-9C26-E88D-85A6-9D92E7ECEB32}"/>
              </a:ext>
            </a:extLst>
          </p:cNvPr>
          <p:cNvCxnSpPr>
            <a:cxnSpLocks/>
            <a:stCxn id="39" idx="2"/>
            <a:endCxn id="38" idx="0"/>
          </p:cNvCxnSpPr>
          <p:nvPr/>
        </p:nvCxnSpPr>
        <p:spPr>
          <a:xfrm>
            <a:off x="5855589" y="3301190"/>
            <a:ext cx="0" cy="4166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8A38F259-36C8-B2F4-8C5E-93827C3E0598}"/>
              </a:ext>
            </a:extLst>
          </p:cNvPr>
          <p:cNvCxnSpPr>
            <a:cxnSpLocks/>
            <a:endCxn id="48" idx="0"/>
          </p:cNvCxnSpPr>
          <p:nvPr/>
        </p:nvCxnSpPr>
        <p:spPr>
          <a:xfrm>
            <a:off x="5924930" y="4074232"/>
            <a:ext cx="7240" cy="4212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91" name="Conector recto de flecha 90">
            <a:extLst>
              <a:ext uri="{FF2B5EF4-FFF2-40B4-BE49-F238E27FC236}">
                <a16:creationId xmlns:a16="http://schemas.microsoft.com/office/drawing/2014/main" id="{B94E5B8D-DD8A-6E70-F478-9624EF671469}"/>
              </a:ext>
            </a:extLst>
          </p:cNvPr>
          <p:cNvCxnSpPr>
            <a:cxnSpLocks/>
          </p:cNvCxnSpPr>
          <p:nvPr/>
        </p:nvCxnSpPr>
        <p:spPr>
          <a:xfrm>
            <a:off x="5852541" y="5097049"/>
            <a:ext cx="0" cy="2769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93" name="Conector recto de flecha 92">
            <a:extLst>
              <a:ext uri="{FF2B5EF4-FFF2-40B4-BE49-F238E27FC236}">
                <a16:creationId xmlns:a16="http://schemas.microsoft.com/office/drawing/2014/main" id="{459A0404-B97D-24E6-CC6F-23CF3301DE51}"/>
              </a:ext>
            </a:extLst>
          </p:cNvPr>
          <p:cNvCxnSpPr>
            <a:cxnSpLocks/>
            <a:stCxn id="50" idx="2"/>
          </p:cNvCxnSpPr>
          <p:nvPr/>
        </p:nvCxnSpPr>
        <p:spPr>
          <a:xfrm flipH="1">
            <a:off x="5971413" y="5734783"/>
            <a:ext cx="3048" cy="2474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95" name="Conector recto de flecha 94">
            <a:extLst>
              <a:ext uri="{FF2B5EF4-FFF2-40B4-BE49-F238E27FC236}">
                <a16:creationId xmlns:a16="http://schemas.microsoft.com/office/drawing/2014/main" id="{63983868-60BB-2B25-BE83-8213B43A4C8B}"/>
              </a:ext>
            </a:extLst>
          </p:cNvPr>
          <p:cNvCxnSpPr>
            <a:cxnSpLocks/>
          </p:cNvCxnSpPr>
          <p:nvPr/>
        </p:nvCxnSpPr>
        <p:spPr>
          <a:xfrm flipV="1">
            <a:off x="7845171" y="5897880"/>
            <a:ext cx="411861" cy="2761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97" name="Conector recto de flecha 96">
            <a:extLst>
              <a:ext uri="{FF2B5EF4-FFF2-40B4-BE49-F238E27FC236}">
                <a16:creationId xmlns:a16="http://schemas.microsoft.com/office/drawing/2014/main" id="{17036526-5BB9-38D6-B1DE-5D1AED9DCF8B}"/>
              </a:ext>
            </a:extLst>
          </p:cNvPr>
          <p:cNvCxnSpPr>
            <a:cxnSpLocks/>
            <a:stCxn id="64" idx="0"/>
            <a:endCxn id="69" idx="2"/>
          </p:cNvCxnSpPr>
          <p:nvPr/>
        </p:nvCxnSpPr>
        <p:spPr>
          <a:xfrm flipV="1">
            <a:off x="8869680" y="4579358"/>
            <a:ext cx="0" cy="4055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00" name="Conector recto de flecha 99">
            <a:extLst>
              <a:ext uri="{FF2B5EF4-FFF2-40B4-BE49-F238E27FC236}">
                <a16:creationId xmlns:a16="http://schemas.microsoft.com/office/drawing/2014/main" id="{186E22FA-DCC3-2D49-D60E-7A97F690F91F}"/>
              </a:ext>
            </a:extLst>
          </p:cNvPr>
          <p:cNvCxnSpPr>
            <a:cxnSpLocks/>
            <a:endCxn id="67" idx="4"/>
          </p:cNvCxnSpPr>
          <p:nvPr/>
        </p:nvCxnSpPr>
        <p:spPr>
          <a:xfrm flipV="1">
            <a:off x="8759951" y="3004768"/>
            <a:ext cx="0" cy="3742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05" name="Conector recto de flecha 104">
            <a:extLst>
              <a:ext uri="{FF2B5EF4-FFF2-40B4-BE49-F238E27FC236}">
                <a16:creationId xmlns:a16="http://schemas.microsoft.com/office/drawing/2014/main" id="{5BB3B025-C7F9-C252-DF64-F94EA55EDA69}"/>
              </a:ext>
            </a:extLst>
          </p:cNvPr>
          <p:cNvCxnSpPr>
            <a:cxnSpLocks/>
            <a:stCxn id="20" idx="4"/>
            <a:endCxn id="11" idx="0"/>
          </p:cNvCxnSpPr>
          <p:nvPr/>
        </p:nvCxnSpPr>
        <p:spPr>
          <a:xfrm>
            <a:off x="5932170" y="978408"/>
            <a:ext cx="42291" cy="2833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28209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68</Words>
  <Application>Microsoft Office PowerPoint</Application>
  <PresentationFormat>Panorámica</PresentationFormat>
  <Paragraphs>14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Duvan León</dc:creator>
  <cp:lastModifiedBy>Duvan León</cp:lastModifiedBy>
  <cp:revision>1</cp:revision>
  <dcterms:created xsi:type="dcterms:W3CDTF">2025-11-10T01:17:38Z</dcterms:created>
  <dcterms:modified xsi:type="dcterms:W3CDTF">2025-11-10T02:18:04Z</dcterms:modified>
</cp:coreProperties>
</file>